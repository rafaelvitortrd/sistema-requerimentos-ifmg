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1" r:id="rId3"/>
    <p:sldId id="257" r:id="rId4"/>
    <p:sldId id="258" r:id="rId5"/>
    <p:sldId id="260" r:id="rId6"/>
    <p:sldId id="262" r:id="rId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38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C993-C21B-490F-99C2-48CFC6A4D197}" type="datetimeFigureOut">
              <a:rPr lang="pt-BR" smtClean="0"/>
              <a:t>12/09/2017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00EFB-13C4-4258-B34D-2D84AC2F5F9D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C993-C21B-490F-99C2-48CFC6A4D197}" type="datetimeFigureOut">
              <a:rPr lang="pt-BR" smtClean="0"/>
              <a:t>12/09/2017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00EFB-13C4-4258-B34D-2D84AC2F5F9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C993-C21B-490F-99C2-48CFC6A4D197}" type="datetimeFigureOut">
              <a:rPr lang="pt-BR" smtClean="0"/>
              <a:t>12/09/2017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00EFB-13C4-4258-B34D-2D84AC2F5F9D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C993-C21B-490F-99C2-48CFC6A4D197}" type="datetimeFigureOut">
              <a:rPr lang="pt-BR" smtClean="0"/>
              <a:t>12/09/2017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00EFB-13C4-4258-B34D-2D84AC2F5F9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C993-C21B-490F-99C2-48CFC6A4D197}" type="datetimeFigureOut">
              <a:rPr lang="pt-BR" smtClean="0"/>
              <a:t>12/09/2017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00EFB-13C4-4258-B34D-2D84AC2F5F9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C993-C21B-490F-99C2-48CFC6A4D197}" type="datetimeFigureOut">
              <a:rPr lang="pt-BR" smtClean="0"/>
              <a:t>12/09/2017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00EFB-13C4-4258-B34D-2D84AC2F5F9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C993-C21B-490F-99C2-48CFC6A4D197}" type="datetimeFigureOut">
              <a:rPr lang="pt-BR" smtClean="0"/>
              <a:t>12/09/2017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00EFB-13C4-4258-B34D-2D84AC2F5F9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C993-C21B-490F-99C2-48CFC6A4D197}" type="datetimeFigureOut">
              <a:rPr lang="pt-BR" smtClean="0"/>
              <a:t>12/09/2017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00EFB-13C4-4258-B34D-2D84AC2F5F9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C993-C21B-490F-99C2-48CFC6A4D197}" type="datetimeFigureOut">
              <a:rPr lang="pt-BR" smtClean="0"/>
              <a:t>12/09/2017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00EFB-13C4-4258-B34D-2D84AC2F5F9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C993-C21B-490F-99C2-48CFC6A4D197}" type="datetimeFigureOut">
              <a:rPr lang="pt-BR" smtClean="0"/>
              <a:t>12/09/2017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00EFB-13C4-4258-B34D-2D84AC2F5F9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C993-C21B-490F-99C2-48CFC6A4D197}" type="datetimeFigureOut">
              <a:rPr lang="pt-BR" smtClean="0"/>
              <a:t>12/09/2017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00EFB-13C4-4258-B34D-2D84AC2F5F9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AA7CC993-C21B-490F-99C2-48CFC6A4D197}" type="datetimeFigureOut">
              <a:rPr lang="pt-BR" smtClean="0"/>
              <a:t>12/09/2017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70300EFB-13C4-4258-B34D-2D84AC2F5F9D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55576" y="1484784"/>
            <a:ext cx="7543800" cy="1524000"/>
          </a:xfrm>
        </p:spPr>
        <p:txBody>
          <a:bodyPr>
            <a:normAutofit fontScale="90000"/>
          </a:bodyPr>
          <a:lstStyle/>
          <a:p>
            <a:r>
              <a:rPr lang="pt-BR" sz="6700" dirty="0" smtClean="0"/>
              <a:t>Requerimentos IFMG 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sz="6700" dirty="0" smtClean="0"/>
              <a:t>Ouro Branco</a:t>
            </a:r>
            <a:endParaRPr lang="pt-BR" sz="67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99592" y="3645024"/>
            <a:ext cx="6858000" cy="990600"/>
          </a:xfrm>
        </p:spPr>
        <p:txBody>
          <a:bodyPr/>
          <a:lstStyle/>
          <a:p>
            <a:r>
              <a:rPr lang="pt-BR" dirty="0" smtClean="0"/>
              <a:t>Rafael Vitor e Reinaldo Wendel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79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547664" y="2746673"/>
            <a:ext cx="62135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 smtClean="0"/>
              <a:t>IDEIA VIRTUAL X IDEIA REAL</a:t>
            </a:r>
            <a:endParaRPr lang="pt-BR" sz="3200" b="1" dirty="0"/>
          </a:p>
        </p:txBody>
      </p:sp>
    </p:spTree>
    <p:extLst>
      <p:ext uri="{BB962C8B-B14F-4D97-AF65-F5344CB8AC3E}">
        <p14:creationId xmlns:p14="http://schemas.microsoft.com/office/powerpoint/2010/main" val="3795034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2915816" y="620688"/>
            <a:ext cx="58326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 smtClean="0"/>
              <a:t>IDEIA </a:t>
            </a:r>
            <a:r>
              <a:rPr lang="pt-BR" sz="2400" b="1" dirty="0" smtClean="0"/>
              <a:t>VIRTUAL</a:t>
            </a:r>
            <a:endParaRPr lang="pt-BR" sz="2400" b="1" dirty="0"/>
          </a:p>
        </p:txBody>
      </p:sp>
      <p:sp>
        <p:nvSpPr>
          <p:cNvPr id="6" name="Retângulo 5"/>
          <p:cNvSpPr/>
          <p:nvPr/>
        </p:nvSpPr>
        <p:spPr>
          <a:xfrm>
            <a:off x="899592" y="1268760"/>
            <a:ext cx="4572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 dirty="0" smtClean="0"/>
          </a:p>
          <a:p>
            <a:endParaRPr lang="pt-BR" dirty="0"/>
          </a:p>
          <a:p>
            <a:r>
              <a:rPr lang="pt-BR" dirty="0" smtClean="0"/>
              <a:t>•</a:t>
            </a:r>
            <a:r>
              <a:rPr lang="pt-BR" dirty="0" err="1" smtClean="0"/>
              <a:t>Login</a:t>
            </a:r>
            <a:r>
              <a:rPr lang="pt-BR" dirty="0" smtClean="0"/>
              <a:t> e cadastro dos alunos e secretários;</a:t>
            </a:r>
          </a:p>
          <a:p>
            <a:r>
              <a:rPr lang="pt-BR" dirty="0" smtClean="0"/>
              <a:t> </a:t>
            </a:r>
          </a:p>
          <a:p>
            <a:r>
              <a:rPr lang="pt-BR" dirty="0" smtClean="0"/>
              <a:t>•</a:t>
            </a:r>
            <a:r>
              <a:rPr lang="pt-BR" dirty="0" smtClean="0"/>
              <a:t> Solicitação de segunda chamada;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•</a:t>
            </a:r>
            <a:r>
              <a:rPr lang="pt-BR" dirty="0" smtClean="0"/>
              <a:t> Declaração de matricula;</a:t>
            </a:r>
            <a:endParaRPr lang="pt-BR" dirty="0"/>
          </a:p>
          <a:p>
            <a:endParaRPr lang="pt-BR" dirty="0" smtClean="0"/>
          </a:p>
          <a:p>
            <a:r>
              <a:rPr lang="pt-BR" dirty="0" smtClean="0"/>
              <a:t>•</a:t>
            </a:r>
            <a:r>
              <a:rPr lang="pt-BR" dirty="0" smtClean="0"/>
              <a:t> Trancamento de matricula;</a:t>
            </a:r>
          </a:p>
          <a:p>
            <a:endParaRPr lang="pt-BR" dirty="0" smtClean="0"/>
          </a:p>
          <a:p>
            <a:r>
              <a:rPr lang="pt-BR" dirty="0" smtClean="0"/>
              <a:t>• Histórico escolar ;</a:t>
            </a:r>
          </a:p>
          <a:p>
            <a:endParaRPr lang="pt-BR" dirty="0" smtClean="0"/>
          </a:p>
          <a:p>
            <a:r>
              <a:rPr lang="pt-BR" dirty="0" smtClean="0"/>
              <a:t>• Solicitação de diploma;</a:t>
            </a:r>
          </a:p>
          <a:p>
            <a:endParaRPr lang="pt-BR" dirty="0" smtClean="0"/>
          </a:p>
          <a:p>
            <a:r>
              <a:rPr lang="pt-BR" dirty="0" smtClean="0"/>
              <a:t>• Cursar dependência ;</a:t>
            </a:r>
          </a:p>
          <a:p>
            <a:endParaRPr lang="pt-BR" dirty="0" smtClean="0"/>
          </a:p>
          <a:p>
            <a:r>
              <a:rPr lang="pt-BR" dirty="0" smtClean="0"/>
              <a:t>• Acesso dos secretários aos requerimentos;</a:t>
            </a:r>
          </a:p>
          <a:p>
            <a:r>
              <a:rPr lang="pt-BR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27942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475656" y="198884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•. </a:t>
            </a:r>
          </a:p>
          <a:p>
            <a:r>
              <a:rPr lang="pt-BR" dirty="0" smtClean="0"/>
              <a:t>•</a:t>
            </a:r>
          </a:p>
          <a:p>
            <a:r>
              <a:rPr lang="pt-BR" dirty="0" smtClean="0"/>
              <a:t> •</a:t>
            </a:r>
          </a:p>
          <a:p>
            <a:r>
              <a:rPr lang="pt-BR" dirty="0" smtClean="0"/>
              <a:t> •</a:t>
            </a:r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3275856" y="764703"/>
            <a:ext cx="532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 smtClean="0"/>
              <a:t>IDEIA REAL </a:t>
            </a: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3973259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763688" y="678810"/>
            <a:ext cx="5543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 smtClean="0"/>
              <a:t>O QUE FALTA SER IMPLEMENTADO</a:t>
            </a:r>
            <a:endParaRPr lang="pt-BR" sz="2400" b="1" dirty="0"/>
          </a:p>
        </p:txBody>
      </p:sp>
      <p:sp>
        <p:nvSpPr>
          <p:cNvPr id="3" name="Retângulo 2"/>
          <p:cNvSpPr/>
          <p:nvPr/>
        </p:nvSpPr>
        <p:spPr>
          <a:xfrm>
            <a:off x="1115616" y="234888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 • Funcionalidades da tela do secretario;</a:t>
            </a:r>
          </a:p>
          <a:p>
            <a:endParaRPr lang="pt-BR" dirty="0" smtClean="0"/>
          </a:p>
          <a:p>
            <a:r>
              <a:rPr lang="pt-BR" dirty="0" smtClean="0"/>
              <a:t> • Cadastro de secretario;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3409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979712" y="980728"/>
            <a:ext cx="53570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 smtClean="0"/>
              <a:t>DIFICULDADES ATÉ O MOMENTO </a:t>
            </a:r>
            <a:endParaRPr lang="pt-BR" sz="2400" b="1" dirty="0"/>
          </a:p>
        </p:txBody>
      </p:sp>
      <p:sp>
        <p:nvSpPr>
          <p:cNvPr id="3" name="Retângulo 2"/>
          <p:cNvSpPr/>
          <p:nvPr/>
        </p:nvSpPr>
        <p:spPr>
          <a:xfrm>
            <a:off x="1890773" y="2356342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 • Interface Gráfica ;</a:t>
            </a:r>
          </a:p>
          <a:p>
            <a:endParaRPr lang="pt-BR" dirty="0" smtClean="0"/>
          </a:p>
          <a:p>
            <a:r>
              <a:rPr lang="pt-BR" dirty="0"/>
              <a:t> </a:t>
            </a:r>
            <a:r>
              <a:rPr lang="pt-BR" dirty="0" smtClean="0"/>
              <a:t>• Interação do site com a tabela requerimentos do banco de dados;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22887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Composto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123</TotalTime>
  <Words>110</Words>
  <Application>Microsoft Office PowerPoint</Application>
  <PresentationFormat>Apresentação na tela (4:3)</PresentationFormat>
  <Paragraphs>35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NewsPrint</vt:lpstr>
      <vt:lpstr>Requerimentos IFMG  Ouro Branco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Requerimentos IFMG  Ouro Branco</dc:title>
  <dc:creator>Admin</dc:creator>
  <cp:lastModifiedBy>Admin</cp:lastModifiedBy>
  <cp:revision>5</cp:revision>
  <dcterms:created xsi:type="dcterms:W3CDTF">2017-09-12T23:05:42Z</dcterms:created>
  <dcterms:modified xsi:type="dcterms:W3CDTF">2017-09-13T01:09:04Z</dcterms:modified>
</cp:coreProperties>
</file>